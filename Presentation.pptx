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0"/>
            <a:ext cx="2926080" cy="2926080"/>
          </a:xfrm>
          <a:prstGeom prst="ellipse">
            <a:avLst/>
          </a:prstGeom>
          <a:solidFill>
            <a:srgbClr val="B8860B">
              <a:alpha val="15000"/>
            </a:srgbClr>
          </a:solidFill>
          <a:ln w="12700">
            <a:solidFill>
              <a:srgbClr val="B8860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737360"/>
            <a:ext cx="1645920" cy="1645920"/>
          </a:xfrm>
          <a:prstGeom prst="ellipse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B8860B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1031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286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7432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SQL  ·  Power BI  ·  GitHub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663440" y="548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663440" y="10058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800" dirty="0"/>
          </a:p>
        </p:txBody>
      </p:sp>
      <p:sp>
        <p:nvSpPr>
          <p:cNvPr id="10" name="Shape 7"/>
          <p:cNvSpPr/>
          <p:nvPr/>
        </p:nvSpPr>
        <p:spPr>
          <a:xfrm>
            <a:off x="4663440" y="2103120"/>
            <a:ext cx="411480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402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analytics project analyzing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customer transactions to uncover insights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spending, loyalty, and product preferences.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3520440"/>
            <a:ext cx="960120" cy="310896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3557016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19472" y="352044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715000" y="3520440"/>
            <a:ext cx="960120" cy="310896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3557016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71032" y="352044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6766560" y="3520440"/>
            <a:ext cx="960120" cy="310896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3557016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22592" y="352044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7818120" y="3520440"/>
            <a:ext cx="960120" cy="310896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984" y="3557016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74152" y="352044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406908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983480" y="4069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github.com/navevil18/Data-Analytics-Showcasing-Customer-Behavior</a:t>
            </a:r>
            <a:endParaRPr lang="en-US" sz="800" dirty="0"/>
          </a:p>
        </p:txBody>
      </p:sp>
      <p:sp>
        <p:nvSpPr>
          <p:cNvPr id="26" name="Shape 18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github.com/navevil18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743200" cy="1371600"/>
          </a:xfrm>
          <a:prstGeom prst="ellipse">
            <a:avLst/>
          </a:prstGeom>
          <a:solidFill>
            <a:srgbClr val="B8860B">
              <a:alpha val="20000"/>
            </a:srgbClr>
          </a:solidFill>
          <a:ln w="12700">
            <a:solidFill>
              <a:srgbClr val="B8860B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731520"/>
            <a:ext cx="2286000" cy="1097280"/>
          </a:xfrm>
          <a:prstGeom prst="ellipse">
            <a:avLst/>
          </a:prstGeom>
          <a:solidFill>
            <a:srgbClr val="B8860B">
              <a:alpha val="20000"/>
            </a:srgbClr>
          </a:solidFill>
          <a:ln w="12700">
            <a:solidFill>
              <a:srgbClr val="B8860B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91440"/>
            <a:ext cx="2743200" cy="1645920"/>
          </a:xfrm>
          <a:prstGeom prst="ellipse">
            <a:avLst/>
          </a:prstGeom>
          <a:solidFill>
            <a:srgbClr val="B8860B">
              <a:alpha val="20000"/>
            </a:srgbClr>
          </a:solidFill>
          <a:ln w="12700">
            <a:solidFill>
              <a:srgbClr val="B8860B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457200"/>
            <a:ext cx="2286000" cy="1280160"/>
          </a:xfrm>
          <a:prstGeom prst="ellipse">
            <a:avLst/>
          </a:prstGeom>
          <a:solidFill>
            <a:srgbClr val="B8860B">
              <a:alpha val="20000"/>
            </a:srgbClr>
          </a:solidFill>
          <a:ln w="12700">
            <a:solidFill>
              <a:srgbClr val="B8860B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914400"/>
            <a:ext cx="1828800" cy="822960"/>
          </a:xfrm>
          <a:prstGeom prst="ellipse">
            <a:avLst/>
          </a:prstGeom>
          <a:solidFill>
            <a:srgbClr val="B8860B">
              <a:alpha val="20000"/>
            </a:srgbClr>
          </a:solidFill>
          <a:ln w="12700">
            <a:solidFill>
              <a:srgbClr val="B8860B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572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80160" y="3611880"/>
            <a:ext cx="109728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transaction data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55848" y="21488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6200" dirty="0"/>
          </a:p>
        </p:txBody>
      </p:sp>
      <p:sp>
        <p:nvSpPr>
          <p:cNvPr id="14" name="Text 12"/>
          <p:cNvSpPr/>
          <p:nvPr/>
        </p:nvSpPr>
        <p:spPr>
          <a:xfrm>
            <a:off x="3355848" y="3200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78808" y="3611880"/>
            <a:ext cx="109728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 &amp; behavior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54496" y="21488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6200" dirty="0"/>
          </a:p>
        </p:txBody>
      </p:sp>
      <p:sp>
        <p:nvSpPr>
          <p:cNvPr id="18" name="Text 16"/>
          <p:cNvSpPr/>
          <p:nvPr/>
        </p:nvSpPr>
        <p:spPr>
          <a:xfrm>
            <a:off x="6254496" y="3200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77456" y="3611880"/>
            <a:ext cx="109728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 Review Rating column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github.com/navevil18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606040" cy="155448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990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874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EDA, cleaning &amp; feature engineering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606040" cy="155448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371600"/>
            <a:ext cx="457200" cy="45720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39903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1874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for business analysis (10 queries)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606040" cy="155448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371600"/>
            <a:ext cx="457200" cy="45720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39903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63640" y="1874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KPI cards &amp; slicers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3017520"/>
            <a:ext cx="2606040" cy="155448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4360" y="3200400"/>
            <a:ext cx="457200" cy="45720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22783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PDF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94360" y="37033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analysis report with all findings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91840" y="3017520"/>
            <a:ext cx="2606040" cy="155448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3200400"/>
            <a:ext cx="457200" cy="45720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22783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7764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PPT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29000" y="37033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Executive-ready presentation slide deck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github.com/navevil18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Process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26060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356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562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dataset using pandas;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df.info() and .describe()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1051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344168"/>
            <a:ext cx="26060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4356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Exploration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18562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check and summary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via Python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1051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44168"/>
            <a:ext cx="26060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4356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26480" y="18562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Review Rating NaNs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per-category median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39776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186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363931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age_group bins;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purchase_frequency_days column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2834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127248"/>
            <a:ext cx="39776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2186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Integration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63440" y="363931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cleaned DataFrame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PostgreSQL for SQL analysis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github.com/navevil18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320040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 w="12700">
            <a:solidFill>
              <a:srgbClr val="B8860B">
                <a:alpha val="2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3716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74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2423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Business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74320" y="32461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MySQL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20440" y="228600"/>
            <a:ext cx="2606040" cy="141732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9319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95928" y="35661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657600" y="777240"/>
            <a:ext cx="233172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0" y="88696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$157K · Female $75K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309360" y="228600"/>
            <a:ext cx="2606040" cy="141732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9319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84848" y="35661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 Discounters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446520" y="777240"/>
            <a:ext cx="233172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446520" y="88696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 customers above avg spend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520440" y="1801368"/>
            <a:ext cx="2606040" cy="141732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965960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95928" y="192938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 Rating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657600" y="2350008"/>
            <a:ext cx="233172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657600" y="2459736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 3.86 · Sandals 3.84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309360" y="1801368"/>
            <a:ext cx="2606040" cy="141732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965960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84848" y="192938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vs Spend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446520" y="2350008"/>
            <a:ext cx="233172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446520" y="2459736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$60.48 · Standard $58.46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3520440" y="3374136"/>
            <a:ext cx="2606040" cy="141732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3538728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995928" y="35021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3657600" y="3922776"/>
            <a:ext cx="233172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3657600" y="4032504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3,116 · Returning 701 · New 83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6309360" y="3374136"/>
            <a:ext cx="2606040" cy="141732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538728"/>
            <a:ext cx="256032" cy="25603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784848" y="35021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Revenue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6446520" y="3922776"/>
            <a:ext cx="233172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6446520" y="4032504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lead at $62,143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github.com/navevil18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188720"/>
            <a:ext cx="1828800" cy="1828800"/>
          </a:xfrm>
          <a:prstGeom prst="ellipse">
            <a:avLst/>
          </a:prstGeom>
          <a:solidFill>
            <a:srgbClr val="F5F0E8"/>
          </a:solidFill>
          <a:ln w="101600">
            <a:solidFill>
              <a:srgbClr val="B886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417320"/>
            <a:ext cx="1371600" cy="1371600"/>
          </a:xfrm>
          <a:prstGeom prst="ellipse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556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27% enrolled — big growth opportunity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04488" y="1188720"/>
            <a:ext cx="1828800" cy="1828800"/>
          </a:xfrm>
          <a:prstGeom prst="ellipse">
            <a:avLst/>
          </a:prstGeom>
          <a:solidFill>
            <a:srgbClr val="F5F0E8"/>
          </a:solidFill>
          <a:ln w="101600">
            <a:solidFill>
              <a:srgbClr val="B886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33088" y="1417320"/>
            <a:ext cx="1371600" cy="1371600"/>
          </a:xfrm>
          <a:prstGeom prst="ellipse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4488" y="17556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55848" y="3200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Discount 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36118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&amp; Sneakers show ~50% discount dependency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03136" y="1188720"/>
            <a:ext cx="1828800" cy="1828800"/>
          </a:xfrm>
          <a:prstGeom prst="ellipse">
            <a:avLst/>
          </a:prstGeom>
          <a:solidFill>
            <a:srgbClr val="F5F0E8"/>
          </a:solidFill>
          <a:ln w="101600">
            <a:solidFill>
              <a:srgbClr val="B886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1417320"/>
            <a:ext cx="1371600" cy="1371600"/>
          </a:xfrm>
          <a:prstGeom prst="ellipse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3136" y="17556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54496" y="3200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54496" y="36118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of 3,900 customers are loyal repeat buyers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github.com/navevil18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731520"/>
            <a:ext cx="3200400" cy="3200400"/>
          </a:xfrm>
          <a:prstGeom prst="ellipse">
            <a:avLst/>
          </a:prstGeom>
          <a:solidFill>
            <a:srgbClr val="B8860B">
              <a:alpha val="15000"/>
            </a:srgbClr>
          </a:solidFill>
          <a:ln w="12700">
            <a:solidFill>
              <a:srgbClr val="B8860B">
                <a:alpha val="2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01168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2743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57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· Visual · Insightful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663440" y="365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663440" y="914400"/>
            <a:ext cx="411480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051560"/>
            <a:ext cx="365760" cy="36576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07899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166360" y="13990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3.9K Customers · $59.76 Avg Spend · 3.75 Avg Rating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663440" y="2039112"/>
            <a:ext cx="365760" cy="36576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2066544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66360" y="2039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Split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166360" y="23865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Subscribed vs 73% Not Subscribed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663440" y="3026664"/>
            <a:ext cx="365760" cy="36576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305409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66360" y="30266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Views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166360" y="33741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and Age Group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663440" y="4014216"/>
            <a:ext cx="365760" cy="36576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4041648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66360" y="40142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166360" y="4361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Subscription, Gender, Category, Shipping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github.com/navevil18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060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898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github.com/navevil18/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Data-Analytics-Showcasing-Customer-Behavior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0" y="1005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298448"/>
            <a:ext cx="26060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3898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181051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pandas sqlalchemy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 jupyter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1005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298448"/>
            <a:ext cx="26060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3898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Python Notebook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81051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Customer_Cleaned_Data.ipynb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81528"/>
            <a:ext cx="39776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7296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PostgreSQL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59359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customer_behavior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Customer_Behaviour.sql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788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081528"/>
            <a:ext cx="39776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17296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Power BI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359359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customer_Shopping_Behavior.pbix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Power BI Desktop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github.com/navevil18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0"/>
            <a:ext cx="3200400" cy="2743200"/>
          </a:xfrm>
          <a:prstGeom prst="ellipse">
            <a:avLst/>
          </a:prstGeom>
          <a:solidFill>
            <a:srgbClr val="B8860B">
              <a:alpha val="18000"/>
            </a:srgbClr>
          </a:solidFill>
          <a:ln w="12700">
            <a:solidFill>
              <a:srgbClr val="B8860B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1488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2743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20040" y="34747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actionable insights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 growth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251960" y="274320"/>
            <a:ext cx="4663440" cy="100584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407408" y="548640"/>
            <a:ext cx="457200" cy="45720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57607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83480" y="3840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Subscriptions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983480" y="74980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exclusive benefits — only 27% enrolled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251960" y="1444752"/>
            <a:ext cx="4663440" cy="100584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07408" y="1719072"/>
            <a:ext cx="457200" cy="45720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746504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83480" y="15544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983480" y="19202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repeat buyers to retain 3,116 loyal customers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251960" y="2615184"/>
            <a:ext cx="4663440" cy="100584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407408" y="2889504"/>
            <a:ext cx="457200" cy="45720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2916936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83480" y="27249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 Policy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&amp; Sneakers at ~50% discount rate — control margins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251960" y="3785616"/>
            <a:ext cx="4663440" cy="100584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407408" y="4059936"/>
            <a:ext cx="457200" cy="45720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4087368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983480" y="389534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Positioning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983480" y="426110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Gloves, Sandals, Boots in marketing campaigns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github.com/navevil18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78992"/>
            <a:ext cx="4023360" cy="114300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26464"/>
            <a:ext cx="411480" cy="4114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5389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1887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customer_shopping_behavior.csv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24712" y="16093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— 3,900 rows, 18 columns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800600" y="1078992"/>
            <a:ext cx="4023360" cy="114300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426464"/>
            <a:ext cx="411480" cy="4114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45389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11887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Customer_Cleaned_Data.ipynb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468112" y="16093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EDA, cleaning &amp; feature engineering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" y="2404872"/>
            <a:ext cx="4023360" cy="114300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4360" y="2752344"/>
            <a:ext cx="411480" cy="4114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77977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24712" y="25146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Customer_Behaviour.sql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1124712" y="293522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SQL queries on PostgreSQL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800600" y="2404872"/>
            <a:ext cx="4023360" cy="114300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2752344"/>
            <a:ext cx="411480" cy="4114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77977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68112" y="25146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customer_Shopping_Behavior.pbix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5468112" y="293522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57200" y="3730752"/>
            <a:ext cx="4023360" cy="114300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94360" y="4078224"/>
            <a:ext cx="411480" cy="4114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105656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24712" y="3840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Customer_Shopping_Behavior_Analysis.pdf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24712" y="426110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 report with all results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800600" y="3730752"/>
            <a:ext cx="4023360" cy="1143000"/>
          </a:xfrm>
          <a:prstGeom prst="rect">
            <a:avLst/>
          </a:prstGeom>
          <a:solidFill>
            <a:srgbClr val="EDE5D0"/>
          </a:solidFill>
          <a:ln w="12700">
            <a:solidFill>
              <a:srgbClr val="E8D5A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937760" y="4078224"/>
            <a:ext cx="411480" cy="4114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4105656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68112" y="3840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5468112" y="426110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and setup guide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863840" y="4846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github.com/navevil18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2026-04-01T17:12:35Z</dcterms:created>
  <dcterms:modified xsi:type="dcterms:W3CDTF">2026-04-01T17:12:35Z</dcterms:modified>
</cp:coreProperties>
</file>